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Avant</c:v>
                </c:pt>
              </c:strCache>
            </c:strRef>
          </c:tx>
          <c:spPr>
            <a:solidFill>
              <a:srgbClr val="AEAEB2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[Critère 1]</c:v>
                </c:pt>
                <c:pt idx="1">
                  <c:v>[Critère 2]</c:v>
                </c:pt>
                <c:pt idx="2">
                  <c:v>[Critère 3]</c:v>
                </c:pt>
                <c:pt idx="3">
                  <c:v>[Critère 4]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42</c:v>
                </c:pt>
                <c:pt idx="1">
                  <c:v>35</c:v>
                </c:pt>
                <c:pt idx="2">
                  <c:v>28</c:v>
                </c:pt>
                <c:pt idx="3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Après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[Critère 1]</c:v>
                </c:pt>
                <c:pt idx="1">
                  <c:v>[Critère 2]</c:v>
                </c:pt>
                <c:pt idx="2">
                  <c:v>[Critère 3]</c:v>
                </c:pt>
                <c:pt idx="3">
                  <c:v>[Critère 4]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18</c:v>
                </c:pt>
                <c:pt idx="1">
                  <c:v>20</c:v>
                </c:pt>
                <c:pt idx="2">
                  <c:v>12</c:v>
                </c:pt>
                <c:pt idx="3">
                  <c:v>22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D1D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6C6C8"/>
            </a:solidFill>
          </a:ln>
        </c:spPr>
        <c:txPr>
          <a:bodyPr/>
          <a:lstStyle/>
          <a:p>
            <a:pPr>
              <a:defRPr sz="1400">
                <a:solidFill>
                  <a:srgbClr val="6C6C7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9525">
              <a:solidFill>
                <a:srgbClr val="E5E5EA"/>
              </a:solidFill>
            </a:ln>
          </c:spPr>
        </c:majorGridlines>
        <c:numFmt formatCode="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C6C70"/>
                </a:solidFill>
              </a:defRPr>
            </a:pPr>
          </a:p>
        </c:txPr>
        <c:crossAx val="-2068027336"/>
        <c:crosses val="autoZero"/>
        <c:majorUnit val="20.0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1D1D1F"/>
              </a:solidFill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6C6C70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Durée visée : 15 à 20 minutes, soit environ une minute et demie par diapositive. Présentez l’équipe en une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Remplacez l’image par une photo du terrain ou une capture d’écran.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Marquez une pause après cette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Une capture plein cadre, ou passez à la démonstration en direct.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braise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braise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braise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Soutenance · [cours]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[Le projet en une affirmation]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[Ce qu’il apporte, et à qui]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Nom], 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Plan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Ce que nous allons voir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Contexte et problème</a:t>
            </a:r>
          </a:p>
          <a:p>
            <a:pPr lvl="1"/>
            <a:r>
              <a:rPr lang="fr-CH"/>
              <a:t>Pourquoi ce projet</a:t>
            </a:r>
          </a:p>
          <a:p>
            <a:pPr/>
            <a:r>
              <a:rPr lang="fr-CH"/>
              <a:t>Démarche</a:t>
            </a:r>
          </a:p>
          <a:p>
            <a:pPr lvl="1"/>
            <a:r>
              <a:rPr lang="fr-CH"/>
              <a:t>Comment nous avons travaillé</a:t>
            </a:r>
          </a:p>
          <a:p>
            <a:pPr/>
            <a:r>
              <a:rPr lang="fr-CH"/>
              <a:t>Résultats et suite</a:t>
            </a:r>
          </a:p>
          <a:p>
            <a:pPr lvl="1"/>
            <a:r>
              <a:rPr lang="fr-CH"/>
              <a:t>Ce qui marche, ce qui reste à faire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Contexte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[Le cadre du projet en une phrase]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Contexte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[Organisation et situation de départ]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[Qui, où, quel besoin : deux ou trois phrases au plus.]</a:t>
            </a:r>
          </a:p>
        </p:txBody>
      </p:sp>
      <p:pic>
        <p:nvPicPr>
          <p:cNvPr id="5" name="Picture Placeholder 4" descr="Emplacement d’image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 problème, en une phrase que le public retiendra.]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Démarche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[La méthode en une phrase]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Démarche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[Trois étapes, de l’analyse au test]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[Analyser]</a:t>
            </a:r>
          </a:p>
          <a:p>
            <a:pPr lvl="1"/>
            <a:r>
              <a:rPr lang="fr-CH"/>
              <a:t>[Ce qui a été fait, avec quels outils]</a:t>
            </a:r>
          </a:p>
          <a:p>
            <a:pPr/>
            <a:r>
              <a:rPr lang="fr-CH"/>
              <a:t>[Concevoir]</a:t>
            </a:r>
          </a:p>
          <a:p>
            <a:pPr lvl="1"/>
            <a:r>
              <a:rPr lang="fr-CH"/>
              <a:t>[Les choix et leurs raisons]</a:t>
            </a:r>
          </a:p>
          <a:p>
            <a:pPr/>
            <a:r>
              <a:rPr lang="fr-CH"/>
              <a:t>[Réaliser et tester]</a:t>
            </a:r>
          </a:p>
          <a:p>
            <a:pPr lvl="1"/>
            <a:r>
              <a:rPr lang="fr-CH"/>
              <a:t>[Comment le résultat a été vérifié]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Résultats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[Ce que le projet a produit]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[Résultat clé]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00 %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[Ce que ce chiffre prouve, en une phrase]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[mesure, période]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Résultats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 titre dit ce que montre le graphique]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"/>
          </p:nvPr>
        </p:nvGraphicFramePr>
        <p:xfrm>
          <a:off x="762000" y="2413000"/>
          <a:ext cx="10668000" cy="330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[données du projet]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Emplacement d’image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Démonstration : [ce que l’on voit]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Bilan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Limites et suite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Limites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[Limite 1]</a:t>
            </a:r>
          </a:p>
          <a:p>
            <a:pPr/>
            <a:r>
              <a:rPr lang="fr-CH"/>
              <a:t>[Limite 2]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rPr lang="fr-CH"/>
              <a:t>Suite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/>
            <a:r>
              <a:rPr lang="fr-CH"/>
              <a:t>[Prochaine étape 1]</a:t>
            </a:r>
          </a:p>
          <a:p>
            <a:pPr/>
            <a:r>
              <a:rPr lang="fr-CH"/>
              <a:t>[Prochaine étape 2]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[La réponse au problème, en une phrase.]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Questions ?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Merci de votre attention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[e-mail]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Braise">
  <a:themeElements>
    <a:clrScheme name="Halo Brais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5A1E10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5A1E10"/>
      </a:hlink>
      <a:folHlink>
        <a:srgbClr val="5747E7"/>
      </a:folHlink>
    </a:clrScheme>
    <a:fontScheme name="Halo Brais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Brais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Braise">
  <a:themeElements>
    <a:clrScheme name="Halo Brais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5A1E10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5A1E10"/>
      </a:hlink>
      <a:folHlink>
        <a:srgbClr val="5747E7"/>
      </a:folHlink>
    </a:clrScheme>
    <a:fontScheme name="Halo Brais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Brais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