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 court : 10 minutes, environ une minute par diapositive. Notez ici qui parle sur chaque diapositive.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membre annonce sa partie en une phrase ; les transitions se préparent à l’avance.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lagon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lagon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lagon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Présentation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sujet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que le public saura à la fin]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Qui présente quoi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déroulé en trois parties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[Partie 1]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2]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3] · [Prénom]</a:t>
            </a:r>
          </a:p>
          <a:p>
            <a:pPr lvl="1"/>
            <a:r>
              <a:rPr lang="fr-CH"/>
              <a:t>[Ce que couvre cette partie, ≈ 3 min]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question à laquelle la présentation répond.]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contexte, ce qu’il faut savoir]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[Deux ou trois phrases ; l’image illustre, le texte explique.]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idées au plus]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[Idée 1]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2]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3]</a:t>
            </a:r>
          </a:p>
          <a:p>
            <a:pPr lvl="1"/>
            <a:r>
              <a:rPr lang="fr-CH"/>
              <a:t>[Explication en une phrase]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mesure le chiffre]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montre,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[auteur,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[Deux points de vue, ou avant et après]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[Côté A]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[Côté B]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[À retenir : la réponse à la question, en une phrase.]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Titre. Éditeur.]</a:t>
            </a:r>
          </a:p>
          <a:p>
            <a:pPr/>
            <a:r>
              <a:rPr lang="fr-CH"/>
              <a:t>[Organisation. (année). Titre de la page. URL]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Lagon">
  <a:themeElements>
    <a:clrScheme name="Halo Lagon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B4A6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B4A66"/>
      </a:hlink>
      <a:folHlink>
        <a:srgbClr val="5747E7"/>
      </a:folHlink>
    </a:clrScheme>
    <a:fontScheme name="Halo Lago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Lago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Lagon">
  <a:themeElements>
    <a:clrScheme name="Halo Lagon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B4A6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B4A66"/>
      </a:hlink>
      <a:folHlink>
        <a:srgbClr val="5747E7"/>
      </a:folHlink>
    </a:clrScheme>
    <a:fontScheme name="Halo Lago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Lago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