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 visée : 15 à 20 minutes, soit environ une minute et demie par diapositive. Présentez l’équipe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Remplacez l’image par une photo du terrain ou une capture d’écran.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Marquez une pause après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capture plein cadre, ou passez à la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Soutenance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projet en une affirmation]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qu’il apporte, et à qui]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Ce que nous allons voir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Contexte et problème</a:t>
            </a:r>
          </a:p>
          <a:p>
            <a:pPr lvl="1"/>
            <a:r>
              <a:rPr lang="fr-CH"/>
              <a:t>Pourquoi ce projet</a:t>
            </a:r>
          </a:p>
          <a:p>
            <a:pPr/>
            <a:r>
              <a:rPr lang="fr-CH"/>
              <a:t>Démarche</a:t>
            </a:r>
          </a:p>
          <a:p>
            <a:pPr lvl="1"/>
            <a:r>
              <a:rPr lang="fr-CH"/>
              <a:t>Comment nous avons travaillé</a:t>
            </a:r>
          </a:p>
          <a:p>
            <a:pPr/>
            <a:r>
              <a:rPr lang="fr-CH"/>
              <a:t>Résultats et suite</a:t>
            </a:r>
          </a:p>
          <a:p>
            <a:pPr lvl="1"/>
            <a:r>
              <a:rPr lang="fr-CH"/>
              <a:t>Ce qui marche, ce qui reste à faire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cadre du projet en une phrase]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[Organisation et situation de départ]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[Qui, où, quel besoin : deux ou trois phrases au plus.]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problème, en une phrase que le public retiendra.]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[La méthode en une phrase]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étapes, de l’analyse au test]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[Analyser]</a:t>
            </a:r>
          </a:p>
          <a:p>
            <a:pPr lvl="1"/>
            <a:r>
              <a:rPr lang="fr-CH"/>
              <a:t>[Ce qui a été fait, avec quels outils]</a:t>
            </a:r>
          </a:p>
          <a:p>
            <a:pPr/>
            <a:r>
              <a:rPr lang="fr-CH"/>
              <a:t>[Concevoir]</a:t>
            </a:r>
          </a:p>
          <a:p>
            <a:pPr lvl="1"/>
            <a:r>
              <a:rPr lang="fr-CH"/>
              <a:t>[Les choix et leurs raisons]</a:t>
            </a:r>
          </a:p>
          <a:p>
            <a:pPr/>
            <a:r>
              <a:rPr lang="fr-CH"/>
              <a:t>[Réaliser et tester]</a:t>
            </a:r>
          </a:p>
          <a:p>
            <a:pPr lvl="1"/>
            <a:r>
              <a:rPr lang="fr-CH"/>
              <a:t>[Comment le résultat a été vérifié]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[Ce que le projet a produit]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[Résultat clé]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prouve,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[mesure, période]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titre dit ce que montre le graphique]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Démonstration : [ce que l’on voit]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Bilan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Limites et suite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Limites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[Limite 1]</a:t>
            </a:r>
          </a:p>
          <a:p>
            <a:pPr/>
            <a:r>
              <a:rPr lang="fr-CH"/>
              <a:t>[Limite 2]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[Prochaine étape 1]</a:t>
            </a:r>
          </a:p>
          <a:p>
            <a:pPr/>
            <a:r>
              <a:rPr lang="fr-CH"/>
              <a:t>[Prochaine étape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réponse au problème, en une phrase.]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Prune">
  <a:themeElements>
    <a:clrScheme name="Halo Prun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4A1438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4A1438"/>
      </a:hlink>
      <a:folHlink>
        <a:srgbClr val="5747E7"/>
      </a:folHlink>
    </a:clrScheme>
    <a:fontScheme name="Halo Prun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Prun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Prune">
  <a:themeElements>
    <a:clrScheme name="Halo Prun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4A1438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4A1438"/>
      </a:hlink>
      <a:folHlink>
        <a:srgbClr val="5747E7"/>
      </a:folHlink>
    </a:clrScheme>
    <a:fontScheme name="Halo Prun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Prun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