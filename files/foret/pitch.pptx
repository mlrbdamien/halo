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Utilisateurs</c:v>
                </c:pt>
              </c:strCache>
            </c:strRef>
          </c:tx>
          <c:spPr>
            <a:ln w="38100">
              <a:solidFill>
                <a:schemeClr val="accent1"/>
              </a:solidFill>
            </a:ln>
          </c:spPr>
          <c:marker>
            <c:symbol val="circle"/>
            <c:size val="9"/>
            <c:spPr>
              <a:solidFill>
                <a:schemeClr val="accent1"/>
              </a:solidFill>
              <a:ln>
                <a:noFill/>
              </a:ln>
            </c:spPr>
          </c:marker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120</c:v>
                </c:pt>
                <c:pt idx="1">
                  <c:v>340</c:v>
                </c:pt>
                <c:pt idx="2">
                  <c:v>610</c:v>
                </c:pt>
                <c:pt idx="3">
                  <c:v>980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2118791784"/>
        <c:crosses val="autoZero"/>
        <c:majorUnit val="250.0"/>
      </c:valAx>
    </c:plotArea>
    <c:plotVisOnly val="1"/>
    <c:dispBlanksAs val="gap"/>
    <c:showDLblsOverMax val="0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pitch tient en 5 à 7 minutes : une idée par diapositive, pas de texte à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foret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[Nom du 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[La promesse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[Pour qui, et ce qui change pour eux]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 que vivent vos clients, dit simplement.]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Ampleur du problème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[des personnes concernées : remplacez par votre donnée]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Solution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fait le produit, en une phrase]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[Comment il résout le problème, et un bénéfice concret.]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Fonctionnement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[En trois étapes]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client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produit fait…]</a:t>
            </a:r>
          </a:p>
          <a:p>
            <a:pPr lvl="1"/>
            <a:r>
              <a:rPr lang="fr-CH"/>
              <a:t>[Ce qui se passe]</a:t>
            </a:r>
          </a:p>
          <a:p>
            <a:pPr/>
            <a:r>
              <a:rPr lang="fr-CH"/>
              <a:t>[Le client obtient…]</a:t>
            </a:r>
          </a:p>
          <a:p>
            <a:pPr lvl="1"/>
            <a:r>
              <a:rPr lang="fr-CH"/>
              <a:t>[Le résultat]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Marché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 mio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[Marché accessible : qui, où, combien]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[étude,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Modèle d’affaires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[Comment le projet gagne de l’argent]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 paie]</a:t>
            </a:r>
          </a:p>
          <a:p>
            <a:pPr lvl="1"/>
            <a:r>
              <a:rPr lang="fr-CH"/>
              <a:t>[Client, utilisateur ou partenaire]</a:t>
            </a:r>
          </a:p>
          <a:p>
            <a:pPr/>
            <a:r>
              <a:rPr lang="fr-CH"/>
              <a:t>[Combien]</a:t>
            </a:r>
          </a:p>
          <a:p>
            <a:pPr lvl="1"/>
            <a:r>
              <a:rPr lang="fr-CH"/>
              <a:t>[Prix et fréquence]</a:t>
            </a:r>
          </a:p>
          <a:p>
            <a:pPr/>
            <a:r>
              <a:rPr lang="fr-CH"/>
              <a:t>[Comment on vend]</a:t>
            </a:r>
          </a:p>
          <a:p>
            <a:pPr lvl="1"/>
            <a:r>
              <a:rPr lang="fr-CH"/>
              <a:t>[Canal de vente]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Concurrence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qui nous distingue]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Aujourd’hui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[Alternative 1 et sa limite]</a:t>
            </a:r>
          </a:p>
          <a:p>
            <a:pPr/>
            <a:r>
              <a:rPr lang="fr-CH"/>
              <a:t>[Alternative 2 et sa limite]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[Notre solution]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[Avantage 1]</a:t>
            </a:r>
          </a:p>
          <a:p>
            <a:pPr/>
            <a:r>
              <a:rPr lang="fr-CH"/>
              <a:t>[Avantage 2]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Traction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montrent les premiers chiffres]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internes] · clic droit → Modifier les données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Équipe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[Les bonnes personnes pour réussir]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  <a:p>
            <a:pPr/>
            <a:r>
              <a:rPr lang="fr-CH"/>
              <a:t>[Prénom Nom] · [rôle]</a:t>
            </a:r>
          </a:p>
          <a:p>
            <a:pPr lvl="1"/>
            <a:r>
              <a:rPr lang="fr-CH"/>
              <a:t>[Son atout pour le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Notre demande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CHF 00 000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[Pour quoi faire, et en combien de temps]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[La prochaine étape que vous proposez]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 · [téléphone]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Forêt">
  <a:themeElements>
    <a:clrScheme name="Halo Forê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44A33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44A33"/>
      </a:hlink>
      <a:folHlink>
        <a:srgbClr val="5747E7"/>
      </a:folHlink>
    </a:clrScheme>
    <a:fontScheme name="Halo Forê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Forê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