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Format court : 10 minutes, environ une minute par diapositive. Notez ici qui parle sur chaque diapositive.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Chaque membre annonce sa partie en une phrase ; les transitions se préparent à l’avance.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[Prénom] · ≈ 3 minutes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ambre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Présentation · [cours]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[Le sujet en une phrase]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[Ce que le public saura à la fin]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Qui présente quoi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Le déroulé en trois parties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[Partie 1]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2] · [Prénom]</a:t>
            </a:r>
          </a:p>
          <a:p>
            <a:pPr lvl="1"/>
            <a:r>
              <a:rPr lang="fr-CH"/>
              <a:t>[Ce que couvre cette partie, ≈ 3 min]</a:t>
            </a:r>
          </a:p>
          <a:p>
            <a:pPr/>
            <a:r>
              <a:rPr lang="fr-CH"/>
              <a:t>[Partie 3] · [Prénom]</a:t>
            </a:r>
          </a:p>
          <a:p>
            <a:pPr lvl="1"/>
            <a:r>
              <a:rPr lang="fr-CH"/>
              <a:t>[Ce que couvre cette partie, ≈ 3 min]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[La question à laquelle la présentation répond.]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1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[Le contexte, ce qu’il faut savoir]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[Deux ou trois phrases ; l’image illustre, le texte explique.]</a:t>
            </a:r>
          </a:p>
        </p:txBody>
      </p:sp>
      <p:pic>
        <p:nvPicPr>
          <p:cNvPr id="5" name="Picture Placeholder 4" descr="Emplacement d’image"/>
          <p:cNvPicPr>
            <a:picLocks noGrp="1" noChangeAspect="1"/>
          </p:cNvPicPr>
          <p:nvPr>
            <p:ph type="pic" idx="2"/>
          </p:nvPr>
        </p:nvPicPr>
        <p:blipFill>
          <a:blip r:embed="rId3"/>
          <a:srcRect/>
          <a:stretch>
            <a:fillRect/>
          </a:stretch>
        </p:blipFill>
        <p:spPr/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2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[Trois idées au plus]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[Idée 1]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2]</a:t>
            </a:r>
          </a:p>
          <a:p>
            <a:pPr lvl="1"/>
            <a:r>
              <a:rPr lang="fr-CH"/>
              <a:t>[Explication en une phrase]</a:t>
            </a:r>
          </a:p>
          <a:p>
            <a:pPr/>
            <a:r>
              <a:rPr lang="fr-CH"/>
              <a:t>[Idée 3]</a:t>
            </a:r>
          </a:p>
          <a:p>
            <a:pPr lvl="1"/>
            <a:r>
              <a:rPr lang="fr-CH"/>
              <a:t>[Explication en une phrase]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[Ce que mesure le chiffre]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00 %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[Ce que ce chiffre montre, en une phrase]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[auteur, année]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Partie 3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[Deux points de vue, ou avant et après]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[Côté A]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6"/>
          </p:nvPr>
        </p:nvSpPr>
        <p:spPr/>
        <p:txBody>
          <a:bodyPr/>
          <a:lstStyle/>
          <a:p>
            <a:pPr/>
            <a:r>
              <a:rPr lang="fr-CH"/>
              <a:t>[Côté B]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7"/>
          </p:nvPr>
        </p:nvSpPr>
        <p:spPr/>
        <p:txBody>
          <a:bodyPr/>
          <a:lstStyle/>
          <a:p>
            <a:pPr/>
            <a:r>
              <a:rPr lang="fr-CH"/>
              <a:t>[Argument]</a:t>
            </a:r>
          </a:p>
          <a:p>
            <a:pPr/>
            <a:r>
              <a:rPr lang="fr-CH"/>
              <a:t>[Argument]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[À retenir : la réponse à la question, en une phrase.]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Sources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Références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[Nom, P. (année). Titre. Éditeur.]</a:t>
            </a:r>
          </a:p>
          <a:p>
            <a:pPr/>
            <a:r>
              <a:rPr lang="fr-CH"/>
              <a:t>[Organisation. (année). Titre de la page. URL]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?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Merci de votre attention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Nom], [Prénom Nom], [Prénom Nom]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Ambre">
  <a:themeElements>
    <a:clrScheme name="Halo Ambre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5C4214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5C4214"/>
      </a:hlink>
      <a:folHlink>
        <a:srgbClr val="5747E7"/>
      </a:folHlink>
    </a:clrScheme>
    <a:fontScheme name="Halo Ambre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Ambre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