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Format court : 10 minutes, environ une minute par diapositive. Notez ici qui parle sur chaque diapositive.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membre annonce sa partie en une phrase ; les transitions se préparent à l’avance.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auror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auror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auror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Présentation · [cours]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[Le sujet en une phrase]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[Ce que le public saura à la fin]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Nom], 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Qui présente quoi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déroulé en trois parties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[Partie 1] · [Prénom]</a:t>
            </a:r>
          </a:p>
          <a:p>
            <a:pPr lvl="1"/>
            <a:r>
              <a:rPr lang="fr-CH"/>
              <a:t>[Ce que couvre cette partie, ≈ 3 min]</a:t>
            </a:r>
          </a:p>
          <a:p>
            <a:pPr/>
            <a:r>
              <a:rPr lang="fr-CH"/>
              <a:t>[Partie 2] · [Prénom]</a:t>
            </a:r>
          </a:p>
          <a:p>
            <a:pPr lvl="1"/>
            <a:r>
              <a:rPr lang="fr-CH"/>
              <a:t>[Ce que couvre cette partie, ≈ 3 min]</a:t>
            </a:r>
          </a:p>
          <a:p>
            <a:pPr/>
            <a:r>
              <a:rPr lang="fr-CH"/>
              <a:t>[Partie 3] · [Prénom]</a:t>
            </a:r>
          </a:p>
          <a:p>
            <a:pPr lvl="1"/>
            <a:r>
              <a:rPr lang="fr-CH"/>
              <a:t>[Ce que couvre cette partie, ≈ 3 min]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[La question à laquelle la présentation répond.]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contexte, ce qu’il faut savoir]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[Deux ou trois phrases ; l’image illustre, le texte explique.]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[Trois idées au plus]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[Idée 1]</a:t>
            </a:r>
          </a:p>
          <a:p>
            <a:pPr lvl="1"/>
            <a:r>
              <a:rPr lang="fr-CH"/>
              <a:t>[Explication en une phrase]</a:t>
            </a:r>
          </a:p>
          <a:p>
            <a:pPr/>
            <a:r>
              <a:rPr lang="fr-CH"/>
              <a:t>[Idée 2]</a:t>
            </a:r>
          </a:p>
          <a:p>
            <a:pPr lvl="1"/>
            <a:r>
              <a:rPr lang="fr-CH"/>
              <a:t>[Explication en une phrase]</a:t>
            </a:r>
          </a:p>
          <a:p>
            <a:pPr/>
            <a:r>
              <a:rPr lang="fr-CH"/>
              <a:t>[Idée 3]</a:t>
            </a:r>
          </a:p>
          <a:p>
            <a:pPr lvl="1"/>
            <a:r>
              <a:rPr lang="fr-CH"/>
              <a:t>[Explication en une phrase]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mesure le chiffre]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[Ce que ce chiffre montre, en une phrase]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[auteur, année]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[Deux points de vue, ou avant et après]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[Côté A]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[Argument]</a:t>
            </a:r>
          </a:p>
          <a:p>
            <a:pPr/>
            <a:r>
              <a:rPr lang="fr-CH"/>
              <a:t>[Argument]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[Côté B]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[Argument]</a:t>
            </a:r>
          </a:p>
          <a:p>
            <a:pPr/>
            <a:r>
              <a:rPr lang="fr-CH"/>
              <a:t>[Argument]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[À retenir : la réponse à la question, en une phrase.]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Sources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Références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[Nom, P. (année). Titre. Éditeur.]</a:t>
            </a:r>
          </a:p>
          <a:p>
            <a:pPr/>
            <a:r>
              <a:rPr lang="fr-CH"/>
              <a:t>[Organisation. (année). Titre de la page. URL]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Merci de votre attention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Nom], [Prénom Nom]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Aurore">
  <a:themeElements>
    <a:clrScheme name="Halo Auror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0E4F5C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0E4F5C"/>
      </a:hlink>
      <a:folHlink>
        <a:srgbClr val="5747E7"/>
      </a:folHlink>
    </a:clrScheme>
    <a:fontScheme name="Halo Auror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uror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Aurore">
  <a:themeElements>
    <a:clrScheme name="Halo Auror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0E4F5C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0E4F5C"/>
      </a:hlink>
      <a:folHlink>
        <a:srgbClr val="5747E7"/>
      </a:folHlink>
    </a:clrScheme>
    <a:fontScheme name="Halo Auror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uror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